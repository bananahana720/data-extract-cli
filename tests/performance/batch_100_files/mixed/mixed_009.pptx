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Testing Image Extraction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with Image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Images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828800" cy="13716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